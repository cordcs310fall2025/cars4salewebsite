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93" d="100"/>
          <a:sy n="93" d="100"/>
        </p:scale>
        <p:origin x="30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EB7EE-4ACE-2940-9266-57F03933C03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4BF3D-0B4F-CC48-9A97-40400DC2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3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6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4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6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5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2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7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3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58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949D1D-0F7C-4E8B-6777-5F8ADE357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10" b="649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077C0-E45B-7994-A2CF-02C3D0D18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Developing an E-commerce website on Selling Cars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EE535-4C47-1B25-BBD4-112E0FE56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/>
              <a:t>Aftab Uddin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223274-C228-DB8A-B1E0-2D1FACF42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85" y="1208765"/>
            <a:ext cx="1153302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Designed and developed a full-stack car dealership website using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PHP, MySQL, HTML, CSS, and JavaScript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a dynamic platform for browsing cars, managing carts, and completing purchases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Focused on usability, responsiveness, and real-world e-commerce functionality.’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E54DB72-11C4-ED15-BDA3-5311B889A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98063CC-50B0-6EF0-CBC8-8E34648FF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84" y="2744223"/>
            <a:ext cx="114326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Frontend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Implemented modern UI using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HTML5, CSS3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Applied premium design principles (clean layouts, spacing, typography)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Added interactive elements using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Live search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Filtering by price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Dynamic buttons and UI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Focused on user experience and professional dealership aesthetics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45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C299-E282-4854-6130-3CE48FDD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Backend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7C098B-0FE7-F428-1C01-5E0AC61E86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489851"/>
            <a:ext cx="32528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Backend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Developed server-side logic using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PHP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Implemented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authentication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with 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Built dynamic pages that fetch car data directly from the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prepared statements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ensure secure database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96042-F681-9BDD-E0C3-F20232FB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67" y="1568196"/>
            <a:ext cx="7772400" cy="487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9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6315-592C-6C9D-5B98-7BF30816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A64DC89-9373-CC74-E317-AC852AE7A5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110" y="2805523"/>
            <a:ext cx="55675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Database Design &amp;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Designed a relational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MySQL database schema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Categories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Connected frontend components to real database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Enabled CRUD operations (Create, Read, Update, Delete)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784680-406C-F253-EB60-F47886D86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81" y="1265677"/>
            <a:ext cx="6380019" cy="465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6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D6D5-C468-C5FC-8E00-48DD7AE1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Cart + Order + Add Upload Car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D74C5A-E694-DEF4-27A1-73F164D00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445335"/>
            <a:ext cx="399660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Shopping Cart &amp; Order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Built a complete 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add-to-cart system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Allowed users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 a car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Choose quantity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Review cart contents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Implemented checkout 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Generated a purchase receipt displaying: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 details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Quantity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72639-CF68-194C-EF17-F28D2ABF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797" y="1568196"/>
            <a:ext cx="5542103" cy="508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5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1697-F4EB-7D8D-D9FC-5A1F4659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PANEL + MANAGEMENT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F4FC83A-8C0D-5E26-25DF-CC5126F10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34061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 Panel &amp;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Developed an admin system for: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Adding new cars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Editing existing listings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Managing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Implemented role-based access (admin vs user)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Created structured file organization for 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C25CDBA0-9AA8-D22D-36BC-3A84CB79F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3E97F19-9F41-8223-AA7D-7529D916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1" y="4350369"/>
            <a:ext cx="5295900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Debugging &amp; Problem Solving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Resolved server-side errors (404, connection issues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Debugged PHP session and routing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Fixed cart and order logic bugs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Improved error handling and system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6241A5-21C4-65D6-D8B9-034EC367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96006"/>
            <a:ext cx="6019800" cy="480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2671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285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Developing an E-commerce website on Selling Cars</vt:lpstr>
      <vt:lpstr>Some Backend development</vt:lpstr>
      <vt:lpstr>Database Design</vt:lpstr>
      <vt:lpstr>Shopping Cart + Order + Add Upload Car </vt:lpstr>
      <vt:lpstr>ADMIN PANEL +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Aftabuddin</dc:creator>
  <cp:lastModifiedBy>Syed Aftabuddin</cp:lastModifiedBy>
  <cp:revision>2</cp:revision>
  <dcterms:created xsi:type="dcterms:W3CDTF">2025-12-16T13:13:21Z</dcterms:created>
  <dcterms:modified xsi:type="dcterms:W3CDTF">2025-12-17T05:51:35Z</dcterms:modified>
</cp:coreProperties>
</file>